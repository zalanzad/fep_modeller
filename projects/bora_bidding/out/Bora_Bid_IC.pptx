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with the same commitments at 85 points each: FEP earns €13.1m at the RtB exit, a 22.2%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of RtB profit and 2.4 pp of HTM IRR per bid, and add €23.4m per bid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342.4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37490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BORA 1 and BORA 2 by 30‑Oct‑2026, each with: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3.00 €/MWh; overbuild 51% (not built); BESS 51%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 (both bids):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fees €0.016m in cash and bid guarantees of €2.8m.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(13‑Dec‑2026), both bids: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guarantees of €14.0m by 28‑Dec‑2026, replacing the bid guarantees; TSO cash security of €2.5m by 30‑Dec‑2026.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 The two bids are identical, so IRRs are the same per bid and for both.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bid, per bid; the PB stays at the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507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371600"/>
                <a:gridCol w="1188720"/>
                <a:gridCol w="1188720"/>
                <a:gridCol w="1143000"/>
                <a:gridCol w="1143000"/>
                <a:gridCol w="1600200"/>
                <a:gridCol w="3154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earns €13.1m on both bids, a 1.25x MOIC; its interest claims are paid ahead of the 70/30 split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keeps 55 k€ and A.RES 23 k€ per installed wind MW; at a 100 k€/MVA RtB price, FEP's profit falls to €6.1m for both bids.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02352"/>
                <a:gridCol w="822960"/>
                <a:gridCol w="1600200"/>
                <a:gridCol w="16002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Waterfall at the exit, 31‑Dec‑2029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 (12% deposits, 20% / 2x devex, 6% guarantees)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net: interest claims + 70%, less FEP-borne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A.RES: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Cash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FEP funds the deposits, connection fees and land; the buyer reimburses €43.7m for both bids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largest outlay is the connection fees, €2.8m direct and €37.6m indirect, paid on 08‑Jan‑2029.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buyer replaces the PB guarantee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 per bid, per the Bora scenarios meeting file (Bora!N5), confirmed 12‑Oct‑2026. Per-MW figures use 151 MW of installed wind per bid.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All-in cost of 1,642 k€ per built MW against a 2,450 k€/MW COD price; HTM NPV of €26.7m for both bids at 8.0%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reduce FEP's NPV by €13.9m on a sale at COD and €18.1m held to maturity, per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4050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5072"/>
                <a:gridCol w="822960"/>
                <a:gridCol w="114300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sale price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Securities: cash posted and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land, signing and DD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 incl. connection fees, municipal and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Per bid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on a €245.0m price, a 1.78x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MOIC; minimum DSCR 1.33x.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 per bid; PPA 90 €/MWh; gearing 60.0%. HTM includes the buy-out of the developer at the RtB exit date. The four breakdown lines sum to the all-in commitment on slide 2.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both bids lose €2.8m of PB and 67.5 MVA of connection right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whole PB: COD IRR 35.8%, HTM IRR 9.1%.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fall to 80.50; returns unchanged.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only; the commitment is the same.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Its return cost (slide 3) excludes any BESS revenue or sale value.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Conservative: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to €217.9m per bid. In that case COD IRR is 54.4% and HTM IRR is 11.5%.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