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at 85 / 68.25 points: FEP earns €6.5m / €6.7m at the RtB exit, a 22.2% / 22.9%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/ €0.7m of RtB profit and 2.4 / 1.9 pp of HTM IRR, and add €23.4m / €19.5m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68.25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167.3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both bids by 30‑Oct‑2026: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/ 2.01 €/MWh; overbuild 51% / 40% (not built); BESS 51% / 40%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 €0.008m per bid (cash) and bid guarantee €1.4m / €1.2m.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 €7.0m / €6.1m by 28‑Dec‑2026, which replaces the bid guarantee; TSO cash security €1.2m per bid by 30‑Dec‑2026.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Before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legal confirmation that the two bids sit within the 100 MVA group cap per node.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 on BORA 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bid; the PB stays at the 1.0x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764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1783080"/>
                <a:gridCol w="1097280"/>
                <a:gridCol w="1188720"/>
                <a:gridCol w="1097280"/>
                <a:gridCol w="1097280"/>
                <a:gridCol w="1417320"/>
                <a:gridCol w="32004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/ 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 / 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/ 2.01 €/MWh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0.75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 / −1.7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 At the band floor, BORA 2 earns 0.75 points.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 / 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 / −0.9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 / 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 / +1.1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13.50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 / (0.3)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 / −5.1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 / +2.2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/ 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/ €6.1m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 each bid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 / 68.25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 / (0.7)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 / −9.1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 / −1.9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recovers its cash and earns €6.5m / €6.7m, a 1.25x / 1.26x MOIC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€24.9m per bid to 31‑Dec‑2029 and carries the PB guarantee. Of the €14.5m RtB price net of sale costs, FEP takes €11.1m / €11.1m.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15984" cy="4745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6864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Receipts at the exit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Outlays: devex, land, deposits, connection fees, signing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(6% carry)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Tax at the exit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route, low-premium case (100 k€/MVA)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FEP: claims + 70%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11.1 (73)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11.1 (79)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A.RES: DSA + 30%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 (23)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 (25)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total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14.5 (96)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14.5 (104)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Securities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Bid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€1.4m / €1.2m, 30‑Oct‑2026 to 28‑Dec‑2026.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PB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€7.0m / €6.1m from 28‑Dec‑2026; the buyer replaces it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Cash: </a:t>
            </a:r>
            <a:r>
              <a:rPr sz="1300" b="0">
                <a:solidFill>
                  <a:srgbClr val="3C3C3B"/>
                </a:solidFill>
                <a:latin typeface="Aptos"/>
              </a:rPr>
              <a:t>TSO security €1.2m (30‑Dec‑2026) and connection fees €1.4m + €18.8m (08‑Jan‑2029). The buyer reimburses €21.4m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MVA, per the Bora scenarios meeting file (Bora!N5), confirmed 12‑Oct‑2026. Receipts = recoverable principal, land and claims, plus 70% of the distributable. Per-MW figures use installed wind of 151 / 140 MW.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All-in cost of 1,642 / 1,612 k€ per built MW against a 2,450 k€/MW COD price; HTM NPV €13.4m / €17.2m at 8.0%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commitments reduce HTM NPV by €18.1m / €14.2m against the zero bid; construction is €150.9m / €148.3m of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70847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2463"/>
                <a:gridCol w="822960"/>
                <a:gridCol w="914400"/>
                <a:gridCol w="914400"/>
                <a:gridCol w="914400"/>
                <a:gridCol w="896112"/>
                <a:gridCol w="89611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(14.2)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sale price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Securities: cash posted and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land, signing and DD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 incl. connection fees, municipal and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148.3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Memo, not in the commitment: PB lost pro rata, overbuild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/ €127.2m on a €245.0m price, a 1.78x / 1.85x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/ 5.13x MOIC; minimum DSCR 1.33x / 1.37x.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built; PPA 90 €/MWh; gearing 60.0%. HTM includes the buy-out of the developer at the RtB exit date. The four breakdown lines sum to the all-in commitment on slide 2.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€1.4m / €1.1m of PB and 33.8 / 28.6 MVA of connection right lost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 / €1.1m,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€7.0m / €6.1m: COD IRR 35.8% / 38.7%, HTM IRR 9.1% / 9.5%.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/ 28.6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 MVA group cap per node (Kiírás V.7; GYIK Q52)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Both bids are invalid if FEP, A.RES and the SPVs count as one company group.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Legal confirmation before submission.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Q20); 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80.50 / 63.75, returns unchanged. BESS costs −6.5 / −5.1 pp of COD IRR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only.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/ €161.2m to €217.9m / €203.3m. In that case COD IRR is 54.4% / 53.8% and HTM IRR is 11.5% / 11.6%.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