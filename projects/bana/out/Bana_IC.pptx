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0.609860122902974</c:v>
                </c:pt>
                <c:pt idx="1">
                  <c:v>0.122239087401663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0.467905968268763</c:v>
                </c:pt>
                <c:pt idx="1">
                  <c:v>0.128179632485241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50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13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61.0% (European) / 46.8% (Chinese) on a sale at COD and 12.2% / 12.8%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€22.5m of equity to COD (€27.5m Chinese) and bids 29 points (17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7223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46.8%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50 MW producing 120.4 GWh a year; the bid scores 29 points with European turbines and 17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European turbines add 12 points but need a permit amendment; the PB stays at the minimum and partial award, shared connection and EU transformers are not offered.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0774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connection capacity / installed wind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50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2,460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120.4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3941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35 k€/MW (€1.75m)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Overbuild (ÖSZ-3), BESS (ÖSZ-4) and brownfield (ÖSZ-7) are not available at Bana.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€83.4m with European turbines (€76.0m Chinese); senior debt funds 73% (64%)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€0.28m bid guarantee at the bid; after the award a €1.39m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56.2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76.0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22.5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0.28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80% (European) / 70% (Chinese) of cost;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€22.5m of equity into €61.1m (2.71x); holding earns 12.2% at a 1.58x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46.8% and the hold 12.8%; debt is sized at 80% / 70% of construction cost.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(60.9)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(48.5)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138.1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46.8%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(12.5)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566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80% / 70% of cost; 76% / 61%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9%;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MW;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is the largest risk to the sale (46.9%); yield and PPA price drive the hold (9.6% / 9.3%)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46.8%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1.58x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1.97x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6035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COD price: </a:t>
            </a:r>
            <a:r>
              <a:rPr sz="1300" b="0">
                <a:solidFill>
                  <a:srgbClr val="3C3C3B"/>
                </a:solidFill>
                <a:latin typeface="Aptos"/>
              </a:rPr>
              <a:t>an estimate per MW, not a bid; test it with buyers before NTP.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makes the DSCR bind and cuts the European hold IRR to 10.0%.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one input, as named;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