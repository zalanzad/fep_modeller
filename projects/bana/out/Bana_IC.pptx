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0.0798286717746915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0.431605205102548</c:v>
                </c:pt>
                <c:pt idx="1">
                  <c:v>0.120333275856187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43.2% (Chinese) on a sale at COD and 8.0% / 12.0%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(€40.9m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(€83.4m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8.0% at a 1.91x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43.2% and the hold 12.0%;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63% / 47%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€100.9m at 1.10x / €92.5m at 1.20x DSCR European (90% / 83% of uses); €97.8m / €89.7m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12.1% / 29.7%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(12.1%); Robin Hood tax (6.1%) and lower yield (6.3%)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6x 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pro rata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full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7223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Promise, don't 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if neither the overbuild nor the BESS is built, the PB call is €0.8m pro rata (€2.2m on a full call) and 8.3 MVA of connection right may be lost; COD IRR 26.4% / 40.6%, hold IRR 7.8% / 11.7% (pro rata). Not building only the BESS: COD IRR 30.9%, hold IRR 8.2%.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23.4% and hold IRR 7.5%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6.1% / 9.1%.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1.25x and the hold IRR to 7.4%.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Higher gearing: </a:t>
            </a:r>
            <a:r>
              <a:rPr sz="1300" b="0">
                <a:solidFill>
                  <a:srgbClr val="3C3C3B"/>
                </a:solidFill>
                <a:latin typeface="Aptos"/>
              </a:rPr>
              <a:t>debt at 6x first-year EBITDA, capped at 70% of cost, is €57.3m / €54.1m; hold IRR 8.0% / 13.4%.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