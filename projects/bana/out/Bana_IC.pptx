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0.2632612602034</c:v>
                </c:pt>
                <c:pt idx="1">
                  <c:v>0.0778882731983792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0.410318082809979</c:v>
                </c:pt>
                <c:pt idx="1">
                  <c:v>0.117451501890167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26.3% (European) / 41.0% (Chinese) on a sale at COD and 7.8% / 11.7%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€54.4m of equity to COD (€41.7m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€113.4m with European turbines (€85.1m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€54.4m of equity into €74.6m (1.37x); holding earns 7.8% at a 1.88x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41.0% and the hold 11.7%;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(59.1)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(22.8)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64% / 48%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€101.0m at 1.10x / €92.6m at 1.20x DSCR European (89% / 82% of uses); €98.0m / €89.8m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(31%) is not in the base; it may apply, as its exemption covers only KÁT/METÁR plants (see sensitivities).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9.7% / 27.4%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Promising the BESS without building it lifts the sale IRR to 30.9% / 45.7% for a €0.55m PB call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bid commits 20% overbuild (60 MW) and 20% BESS (40 MWh), 59.5 points in every case; leaving out the overbuild as well cuts the sale IRR to 26.4% / 40.6%.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807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is built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MVA lost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55 MW wind and the BESS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Wind as base, BESS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0.55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Neither built, PB lost pro rata (GYIK 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Neither built, full PB call (GYIK 72)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PB call 6 months after COD. Pro rata: the shortfall above the 10 % tolerance, wind and BESS tested separately; full call: the whole PB. The connection right lost pro rata is a memo, not taken out of generation. A PB call may also trigger the 3-year group exclusion.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(9.7%); Robin Hood tax (5.9%) and lower yield (6.1%)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68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2.79x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6x 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built, pro rata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built, full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18.1% and hold IRR 7.1%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5.9% / 8.8%.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1.24x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Higher gearing: </a:t>
            </a:r>
            <a:r>
              <a:rPr sz="1300" b="0">
                <a:solidFill>
                  <a:srgbClr val="3C3C3B"/>
                </a:solidFill>
                <a:latin typeface="Aptos"/>
              </a:rPr>
              <a:t>debt at 6x first-year EBITDA, capped at 70% of cost, is €57.3m / €55.2m; hold IRR 7.7% / 13.0%.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