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0.284084033636541</c:v>
                </c:pt>
                <c:pt idx="1">
                  <c:v>0.0606372162720292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0.431605205102548</c:v>
                </c:pt>
                <c:pt idx="1">
                  <c:v>0.0905083310230022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28.4% (European) / 43.2% (Chinese) on a sale at COD and 6.1% / 9.1%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€53.6m of equity to COD (€40.9m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(9.3)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240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€111.8m with European turbines (€83.4m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111.8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€53.6m of equity into €75.5m (1.41x); holding earns 6.1% at a 1.76x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43.2% and the hold 9.1%;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(42.5)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4.3% / 3.9%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 / 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82.4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102.1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(9.3)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(71.7)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(88.1)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68% / 55%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€92.8m at 1.10x / €85.1m at 1.20x DSCR European (83% / 76% of uses); €83.5m / €76.5m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top-up; Robin Hood tax 31% of pre-tax profit (its exemption covers only KÁT/METÁR plants; Bana sells under a PPA).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4.3% / 4.9%; at the lower price 5.4% / 6.0%, but FEP's sale IRR falls to 12.1% / 29.7%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(12.1%); lower yield hits the hold most (4.8%)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 (buyer IRR on the previous slide);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5568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Robin Hood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6583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Overbuild: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against 60 MW committed. Pro rata (GYIK 28/30) there is no PB call; if the full-call reading (GYIK 72) applies, the €2.22m PB is lost: COD IRR 25.9%, hold IRR 5.8%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in the base at 31%; without it the hold IRR would be 8.0% / 12.0%.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1.20x and the hold IRR to 5.5%.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