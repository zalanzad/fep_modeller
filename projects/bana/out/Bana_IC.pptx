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0.284084033636541</c:v>
                </c:pt>
                <c:pt idx="1">
                  <c:v>0.0798286717747364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0.431605205102548</c:v>
                </c:pt>
                <c:pt idx="1">
                  <c:v>0.120333275856183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28.4% (European) / 43.2% (Chinese) on a sale at COD and 8.0% / 12.0%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€53.6m of equity to COD (€40.9m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240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€111.8m with European turbines (€83.4m Chinese); senior debt funds 52% (51%)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111.8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of cost on both routes;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€53.6m of equity into €75.5m (1.41x); holding earns 8.0% at a 1.91x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43.2% and the hold 12.0%; debt is capped at 55% of construction cost on both routes.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(42.5)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161.3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of cost on both routes; 63% / 47%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€100.9m at 1.10x / €92.5m at 1.20x DSCR European (90% / 83% of uses); €97.8m / €89.7m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top-up. Robin Hood tax is not in the base, but the 55 MW build crosses the 50 MW threshold its exemption relies on (to confirm).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12.1% / 29.7%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(12.1%); Robin Hood tax (6.1%) and lower yield (6.3%)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IRR by key-assumption set, each change on its own (buyer IRR on the previous slide);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5568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6583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Overbuild: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55 MW built against 60 MW committed. Pro rata (GYIK 28/30) there is no PB call; if the full-call reading (GYIK 72) applies, the €2.22m PB is lost: COD IRR 25.9%, hold IRR 7.7%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55 MW built may lose the 50 MW exemption; if the 31% levy applies, the hold IRR falls to 6.1% / 9.1%.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1.25x and the hold IRR to 7.4%.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one input, as named;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