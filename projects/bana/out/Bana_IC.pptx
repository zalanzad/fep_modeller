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0.284084033636541</c:v>
                </c:pt>
                <c:pt idx="1">
                  <c:v>0.0798286717747287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0.431605205102548</c:v>
                </c:pt>
                <c:pt idx="1">
                  <c:v>0.120333275856178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28.4% (European) / 43.2% (Chinese) on a sale at COD and 8.0% / 12.0%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€53.6m of equity to COD (€40.9m Chinese)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240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€111.8m with European turbines (€83.4m Chinese); senior debt funds 52% (51%) and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111.8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58.1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draws pro rata with construction costs at up to 55% of cost on both routes; interest capitalised to COD. Securities are the same on both routes;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€53.6m of equity into €75.5m (1.41x); holding earns 8.0% at a 1.91x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43.2% and the hold 12.0%; debt is capped at 55% of construction cost on both routes.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(42.5)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161.3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(sculpted repayment)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(23.1)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715000"/>
            <a:ext cx="4069080" cy="3840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1.20x target DSCR over 18 years, 5.0% fixed; sized at the lower of the DSCR capacity and 55% of cost on both routes; 63% / 47%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€100.9m at 1.10x / €92.5m at 1.20x DSCR European (90% / 83% of uses); €97.8m / €89.7m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15%, a proxy for 9 % plus a possible Pillar Two top-up. Robin Hood tax (31%) is not in the base; it may apply, as its exemption covers only KÁT/METÁR plants (see sensitivities). 20-year depreciation; losses capped at 50% of the base and lapse after 5 years. Gain on the COD share sale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12.1% / 29.7%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(12.1%); Robin Hood tax (6.1%) and lower yield (6.3%)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544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5586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2.60x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Debt 6x EBITDA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Overbuild: </a:t>
            </a:r>
            <a:r>
              <a:rPr sz="1300" b="0">
                <a:solidFill>
                  <a:srgbClr val="3C3C3B"/>
                </a:solidFill>
                <a:latin typeface="Aptos"/>
              </a:rPr>
              <a:t>55 MW built against 60 MW committed. Pro rata (GYIK 28/30) there is no PB call; if the full-call reading (GYIK 72) applies, the €2.22m PB is lost: COD IRR 25.9%, hold IRR 7.7%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6.1% / 9.1%.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1.25x and the hold IRR to 7.4%.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Higher gearing: </a:t>
            </a:r>
            <a:r>
              <a:rPr sz="1300" b="0">
                <a:solidFill>
                  <a:srgbClr val="3C3C3B"/>
                </a:solidFill>
                <a:latin typeface="Aptos"/>
              </a:rPr>
              <a:t>debt at 6x first-year EBITDA, capped at 70% of cost, is €57.3m / €54.1m; hold IRR 8.0% / 13.4%.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one input, as named (the EBITDA set also raises the debt cap);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