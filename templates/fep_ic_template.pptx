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4"/>
    <p:sldMasterId id="2147483676" r:id="rId5"/>
  </p:sldMasterIdLst>
  <p:notesMasterIdLst>
    <p:notesMasterId r:id="rId13"/>
  </p:notesMasterIdLst>
  <p:handoutMasterIdLst>
    <p:handoutMasterId r:id="rId14"/>
  </p:handoutMasterIdLst>
  <p:sldIdLst>
    <p:sldId id="257" r:id="rId6"/>
  </p:sldIdLst>
  <p:sldSz cx="20105688" cy="11310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2" userDrawn="1">
          <p15:clr>
            <a:srgbClr val="A4A3A4"/>
          </p15:clr>
        </p15:guide>
        <p15:guide id="2" pos="6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CEBA77-0EB0-CD9A-B348-5737FB6F5DFF}" name="Szentirmai Dániel" initials="DS" userId="S::daniel.szentirmai@futurealgroup.com::e4a987b4-a5be-46be-85af-05dbdc723d0d" providerId="AD"/>
  <p188:author id="{C83FDAAA-8457-959D-A531-E1A9B1A8ED9F}" name="Alexander Gibbs" initials="AG" userId="S::alexander.gibbs@futurealgroup.com::45f5242f-161c-406b-bf69-4ed0d839e48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72E"/>
    <a:srgbClr val="00563C"/>
    <a:srgbClr val="E8E8E8"/>
    <a:srgbClr val="005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Közepesen sötét stílus 2 – 6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346" y="53"/>
      </p:cViewPr>
      <p:guideLst>
        <p:guide orient="horz" pos="3562"/>
        <p:guide pos="63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ádeczki Zalán" userId="859bb901-d59a-4d05-86af-7c7fa75f15cc" providerId="ADAL" clId="{E470E0F3-1B55-4365-AA6F-980ABE4A6DBB}"/>
    <pc:docChg chg="modSld">
      <pc:chgData name="Zádeczki Zalán" userId="859bb901-d59a-4d05-86af-7c7fa75f15cc" providerId="ADAL" clId="{E470E0F3-1B55-4365-AA6F-980ABE4A6DBB}" dt="2026-04-21T07:28:57.393" v="0" actId="1076"/>
      <pc:docMkLst>
        <pc:docMk/>
      </pc:docMkLst>
      <pc:sldChg chg="modSp mod">
        <pc:chgData name="Zádeczki Zalán" userId="859bb901-d59a-4d05-86af-7c7fa75f15cc" providerId="ADAL" clId="{E470E0F3-1B55-4365-AA6F-980ABE4A6DBB}" dt="2026-04-21T07:28:57.393" v="0" actId="1076"/>
        <pc:sldMkLst>
          <pc:docMk/>
          <pc:sldMk cId="2832106109" sldId="316"/>
        </pc:sldMkLst>
        <pc:spChg chg="mod">
          <ac:chgData name="Zádeczki Zalán" userId="859bb901-d59a-4d05-86af-7c7fa75f15cc" providerId="ADAL" clId="{E470E0F3-1B55-4365-AA6F-980ABE4A6DBB}" dt="2026-04-21T07:28:57.393" v="0" actId="1076"/>
          <ac:spMkLst>
            <pc:docMk/>
            <pc:sldMk cId="2832106109" sldId="316"/>
            <ac:spMk id="7" creationId="{9C712E98-0880-E251-D893-E63AD1472F07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C69F0A-753D-4D0A-E937-192AB0B195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5C423-415A-8E73-29C5-35785CB64A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B9B0E-0173-6448-B6CE-6FFDEF3DFC7C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D4182-9C29-5D16-7BAD-1DC5C2F06A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C83AC-DE2C-7165-9265-93700EAAB6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7E15C-B816-EE44-A0DD-18B068892E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4726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BD05-8D06-4AD0-9F7F-CE567DB23A8F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A7ABA-3AE4-43F1-8148-8F32BDF4A5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2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80CFB-4B2B-A473-B8AE-23147E9E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63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417835"/>
            <a:ext cx="10058400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5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430D23-6C94-E7D2-E011-50938D408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3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417835"/>
            <a:ext cx="10058400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06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3">
            <a:extLst>
              <a:ext uri="{FF2B5EF4-FFF2-40B4-BE49-F238E27FC236}">
                <a16:creationId xmlns:a16="http://schemas.microsoft.com/office/drawing/2014/main" id="{C5F27261-9AF0-6EB2-713F-486F78006C7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520665" y="4942258"/>
            <a:ext cx="11583434" cy="6366298"/>
          </a:xfrm>
          <a:prstGeom prst="rect">
            <a:avLst/>
          </a:prstGeom>
        </p:spPr>
      </p:pic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014714"/>
            <a:ext cx="5110181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1619E1-FB93-D0B1-A562-709B3CB802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00000" y="2066114"/>
            <a:ext cx="5110181" cy="3711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ptos" panose="020B0004020202020204" pitchFamily="34" charset="0"/>
              <a:buNone/>
              <a:tabLst/>
              <a:defRPr sz="20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DECA4B7-C217-E87C-BE98-ECFAC7D75F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66611" y="3014714"/>
            <a:ext cx="5110181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F2B1256-E455-F14C-DA27-04643C697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58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DEB9E5-1C75-93D8-7926-E2F4E629B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0000" y="2106613"/>
            <a:ext cx="8290800" cy="825023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AE3D0A3-F667-55A1-9C2D-343A97FC6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120576" y="2891632"/>
            <a:ext cx="5968799" cy="1170005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9D9EFFB-8C77-5ACF-8C26-4C9E9FE867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120576" y="4283971"/>
            <a:ext cx="5968799" cy="574582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AEB47D1-319C-304A-3785-F8EC65694C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20576" y="5184808"/>
            <a:ext cx="5968799" cy="1046923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DA3241-C4F1-F459-5D91-7EC5148A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33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828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DEB9E5-1C75-93D8-7926-E2F4E629B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91237" y="3955313"/>
            <a:ext cx="6851212" cy="4552838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E4D72A-A4C5-4CE0-1DC5-685309E6AC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2800" y="3955313"/>
            <a:ext cx="7240605" cy="4552838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444AF4A-18BD-89AF-5CAF-F8416A022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84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AC032-DF18-4A35-CA27-5654560CC0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00000" y="3121296"/>
            <a:ext cx="14595474" cy="1258199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C855FD-0FB1-B567-AAB2-4AAC261A61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0" y="2215162"/>
            <a:ext cx="5968799" cy="574582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77B3963-F925-BC86-DB81-A0E803503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72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4541138-C940-BC02-754C-BCBAFB7BDC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20101" y="2106613"/>
            <a:ext cx="8251200" cy="825023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B6016E-B0AF-721C-85CC-8DE92D8A8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0" y="2106613"/>
            <a:ext cx="5968799" cy="45474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Font typeface="Aptos" panose="020B0004020202020204" pitchFamily="34" charset="0"/>
              <a:buNone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4D6315-84DC-775C-A51D-F101FDA30C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00000" y="2928235"/>
            <a:ext cx="5968799" cy="1046923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7649FED-5AF9-0BAF-7D1F-23B3D2CCD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71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513D7C6-6F52-D314-C456-2E4EEE9C6A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00000" y="2087563"/>
            <a:ext cx="14638605" cy="826928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0C817D-4A21-D2C8-B411-11678420F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2893" y="2624138"/>
            <a:ext cx="6659562" cy="1847850"/>
          </a:xfrm>
          <a:prstGeom prst="rect">
            <a:avLst/>
          </a:pr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accent1">
                  <a:lumMod val="88000"/>
                  <a:lumOff val="12000"/>
                  <a:alpha val="30000"/>
                </a:schemeClr>
              </a:gs>
            </a:gsLst>
            <a:lin ang="21594000" scaled="0"/>
          </a:gradFill>
        </p:spPr>
        <p:txBody>
          <a:bodyPr lIns="360000" tIns="0" rIns="0" bIns="0" anchor="ctr" anchorCtr="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33254-15B8-F374-8FAC-EB824ADB8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03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58633A7-3D11-1220-3C5A-EDAB8D9145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19050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87FD6E3D-6F9F-5EA9-AE10-8A97EC5F294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16352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3" name="Picture Placeholder 19">
            <a:extLst>
              <a:ext uri="{FF2B5EF4-FFF2-40B4-BE49-F238E27FC236}">
                <a16:creationId xmlns:a16="http://schemas.microsoft.com/office/drawing/2014/main" id="{66685B75-93B7-22A6-FA43-77CE7E9B253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492389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649F82B6-0B11-1D9B-2756-1C27FA4535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19050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5" name="Picture Placeholder 19">
            <a:extLst>
              <a:ext uri="{FF2B5EF4-FFF2-40B4-BE49-F238E27FC236}">
                <a16:creationId xmlns:a16="http://schemas.microsoft.com/office/drawing/2014/main" id="{B50884DA-261D-F296-F9FF-8870DF570BC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16352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6" name="Picture Placeholder 19">
            <a:extLst>
              <a:ext uri="{FF2B5EF4-FFF2-40B4-BE49-F238E27FC236}">
                <a16:creationId xmlns:a16="http://schemas.microsoft.com/office/drawing/2014/main" id="{16C7E976-3EF1-4ABD-DBDF-4A18754D939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92389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6E1B915D-A732-5430-C55E-837F13D680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3709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8" name="Text Placeholder 28">
            <a:extLst>
              <a:ext uri="{FF2B5EF4-FFF2-40B4-BE49-F238E27FC236}">
                <a16:creationId xmlns:a16="http://schemas.microsoft.com/office/drawing/2014/main" id="{BB5AB633-0835-AA84-5117-DC61D0EB34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3709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" name="Text Placeholder 28">
            <a:extLst>
              <a:ext uri="{FF2B5EF4-FFF2-40B4-BE49-F238E27FC236}">
                <a16:creationId xmlns:a16="http://schemas.microsoft.com/office/drawing/2014/main" id="{85BB3BB6-E61D-556C-8696-9480420C8E3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1639915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3" name="Text Placeholder 28">
            <a:extLst>
              <a:ext uri="{FF2B5EF4-FFF2-40B4-BE49-F238E27FC236}">
                <a16:creationId xmlns:a16="http://schemas.microsoft.com/office/drawing/2014/main" id="{ED45A816-C7D3-8E0C-0D0D-A3F78ECACAE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1639915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56F453A5-CE6D-DF7F-14CB-2D686920D7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6617268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33E5179F-76C1-1B0B-A97B-930D04A7D0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6617268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267ADC1-AF57-08DA-3461-735A01E62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420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80CFB-4B2B-A473-B8AE-23147E9E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458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AC708B-19F4-8EF4-2753-507BDF8E8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10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7">
            <a:extLst>
              <a:ext uri="{FF2B5EF4-FFF2-40B4-BE49-F238E27FC236}">
                <a16:creationId xmlns:a16="http://schemas.microsoft.com/office/drawing/2014/main" id="{FED51FD9-DD91-984F-64F8-1561CC177398}"/>
              </a:ext>
            </a:extLst>
          </p:cNvPr>
          <p:cNvSpPr/>
          <p:nvPr userDrawn="1"/>
        </p:nvSpPr>
        <p:spPr>
          <a:xfrm>
            <a:off x="4500000" y="1413569"/>
            <a:ext cx="14659200" cy="0"/>
          </a:xfrm>
          <a:custGeom>
            <a:avLst/>
            <a:gdLst/>
            <a:ahLst/>
            <a:cxnLst/>
            <a:rect l="l" t="t" r="r" b="b"/>
            <a:pathLst>
              <a:path w="18104485">
                <a:moveTo>
                  <a:pt x="0" y="0"/>
                </a:moveTo>
                <a:lnTo>
                  <a:pt x="18104160" y="0"/>
                </a:lnTo>
              </a:path>
            </a:pathLst>
          </a:custGeom>
          <a:ln w="12700"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D5A937-B250-7022-4FC6-F9B79765E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6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E7403717-93A4-AAB0-5DA1-E3D59335FFA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794"/>
            <a:ext cx="20104099" cy="1130855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8281C5C-DD60-55B1-3FC1-4EB141D94B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3983" y="837670"/>
            <a:ext cx="8230115" cy="10470885"/>
          </a:xfrm>
          <a:prstGeom prst="rect">
            <a:avLst/>
          </a:prstGeom>
        </p:spPr>
      </p:pic>
      <p:pic>
        <p:nvPicPr>
          <p:cNvPr id="6" name="Picture 5" descr="A logo with white text&#10;&#10;AI-generated content may be incorrect.">
            <a:extLst>
              <a:ext uri="{FF2B5EF4-FFF2-40B4-BE49-F238E27FC236}">
                <a16:creationId xmlns:a16="http://schemas.microsoft.com/office/drawing/2014/main" id="{1FBC48BB-7B45-9563-3E74-6A7D75EA4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86" y="8474075"/>
            <a:ext cx="3450664" cy="2362200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34703AC2-FA13-747C-85E7-7DB5CD624568}"/>
              </a:ext>
            </a:extLst>
          </p:cNvPr>
          <p:cNvSpPr txBox="1">
            <a:spLocks/>
          </p:cNvSpPr>
          <p:nvPr/>
        </p:nvSpPr>
        <p:spPr>
          <a:xfrm>
            <a:off x="818996" y="1956921"/>
            <a:ext cx="18466105" cy="1001107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ts val="9570"/>
              </a:lnSpc>
              <a:spcBef>
                <a:spcPts val="95"/>
              </a:spcBef>
            </a:pPr>
            <a:r>
              <a:rPr lang="en-GB" sz="8250" b="1" spc="-10" noProof="0" dirty="0">
                <a:solidFill>
                  <a:srgbClr val="FFFFFF"/>
                </a:solidFill>
                <a:latin typeface="Aptos" panose="020B0004020202020204" pitchFamily="34" charset="0"/>
                <a:cs typeface="Aptos"/>
              </a:rPr>
              <a:t>Project name</a:t>
            </a:r>
          </a:p>
          <a:p>
            <a:pPr marL="12700">
              <a:lnSpc>
                <a:spcPts val="5600"/>
              </a:lnSpc>
              <a:spcBef>
                <a:spcPts val="95"/>
              </a:spcBef>
            </a:pPr>
            <a:r>
              <a:rPr lang="en-GB" sz="4400" b="1" spc="-10" noProof="0" dirty="0">
                <a:solidFill>
                  <a:srgbClr val="FFFFFF"/>
                </a:solidFill>
                <a:latin typeface="Aptos"/>
                <a:cs typeface="Aptos"/>
              </a:rPr>
              <a:t>Topic</a:t>
            </a:r>
            <a:endParaRPr lang="en-GB" sz="5400" b="1" noProof="0" dirty="0">
              <a:latin typeface="Aptos"/>
              <a:cs typeface="Aptos"/>
            </a:endParaRPr>
          </a:p>
          <a:p>
            <a:pPr marL="12700">
              <a:lnSpc>
                <a:spcPts val="5610"/>
              </a:lnSpc>
            </a:pPr>
            <a:r>
              <a:rPr lang="en-GB" sz="3200" b="0" spc="-10" noProof="0" dirty="0">
                <a:solidFill>
                  <a:srgbClr val="FFFFFF"/>
                </a:solidFill>
                <a:latin typeface="Aptos"/>
                <a:cs typeface="Aptos"/>
              </a:rPr>
              <a:t>Date</a:t>
            </a: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 algn="r">
              <a:lnSpc>
                <a:spcPts val="5610"/>
              </a:lnSpc>
            </a:pPr>
            <a:endParaRPr lang="en-GB" sz="2800" b="1" spc="-10" noProof="0" dirty="0">
              <a:solidFill>
                <a:schemeClr val="bg1"/>
              </a:solidFill>
              <a:latin typeface="Aptos"/>
              <a:cs typeface="Aptos"/>
            </a:endParaRPr>
          </a:p>
          <a:p>
            <a:pPr marL="12700" algn="r">
              <a:lnSpc>
                <a:spcPct val="150000"/>
              </a:lnSpc>
            </a:pPr>
            <a:endParaRPr lang="en-GB" sz="2800" b="1" spc="-10" noProof="0" dirty="0">
              <a:solidFill>
                <a:schemeClr val="bg1"/>
              </a:solidFill>
              <a:latin typeface="Aptos"/>
              <a:cs typeface="Aptos"/>
            </a:endParaRPr>
          </a:p>
          <a:p>
            <a:pPr marL="12700">
              <a:lnSpc>
                <a:spcPct val="150000"/>
              </a:lnSpc>
            </a:pP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>
              <a:lnSpc>
                <a:spcPts val="5610"/>
              </a:lnSpc>
            </a:pP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1812831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EP base">
  <a:themeElements>
    <a:clrScheme name="FEP">
      <a:dk1>
        <a:srgbClr val="3C3C3B"/>
      </a:dk1>
      <a:lt1>
        <a:srgbClr val="FFFFFF"/>
      </a:lt1>
      <a:dk2>
        <a:srgbClr val="0E2841"/>
      </a:dk2>
      <a:lt2>
        <a:srgbClr val="E8E8E8"/>
      </a:lt2>
      <a:accent1>
        <a:srgbClr val="00563C"/>
      </a:accent1>
      <a:accent2>
        <a:srgbClr val="00A651"/>
      </a:accent2>
      <a:accent3>
        <a:srgbClr val="799385"/>
      </a:accent3>
      <a:accent4>
        <a:srgbClr val="82CA9C"/>
      </a:accent4>
      <a:accent5>
        <a:srgbClr val="919191"/>
      </a:accent5>
      <a:accent6>
        <a:srgbClr val="CACACA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B25C80BA76C054AAAC0D3CDDFCEC309" ma:contentTypeVersion="14" ma:contentTypeDescription="Új dokumentum létrehozása." ma:contentTypeScope="" ma:versionID="b04c3fe5a5d8daa439e4669e310e51c5">
  <xsd:schema xmlns:xsd="http://www.w3.org/2001/XMLSchema" xmlns:xs="http://www.w3.org/2001/XMLSchema" xmlns:p="http://schemas.microsoft.com/office/2006/metadata/properties" xmlns:ns2="3ba8be79-126f-4ecc-b268-0e8a1c9d820a" xmlns:ns3="348e42aa-7502-48aa-9973-d5430de63b43" targetNamespace="http://schemas.microsoft.com/office/2006/metadata/properties" ma:root="true" ma:fieldsID="b7d65723b2fd441c2730b2f9b66bba15" ns2:_="" ns3:_="">
    <xsd:import namespace="3ba8be79-126f-4ecc-b268-0e8a1c9d820a"/>
    <xsd:import namespace="348e42aa-7502-48aa-9973-d5430de63b4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8be79-126f-4ecc-b268-0e8a1c9d82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54c7780-c79f-4b81-a1cc-c56cb19b1b79}" ma:internalName="TaxCatchAll" ma:showField="CatchAllData" ma:web="3ba8be79-126f-4ecc-b268-0e8a1c9d82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e42aa-7502-48aa-9973-d5430de63b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Képcímkék" ma:readOnly="false" ma:fieldId="{5cf76f15-5ced-4ddc-b409-7134ff3c332f}" ma:taxonomyMulti="true" ma:sspId="88080c10-e0a6-4b42-beda-2db26c8ffc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8e42aa-7502-48aa-9973-d5430de63b43">
      <Terms xmlns="http://schemas.microsoft.com/office/infopath/2007/PartnerControls"/>
    </lcf76f155ced4ddcb4097134ff3c332f>
    <TaxCatchAll xmlns="3ba8be79-126f-4ecc-b268-0e8a1c9d820a" xsi:nil="true"/>
  </documentManagement>
</p:properties>
</file>

<file path=customXml/itemProps1.xml><?xml version="1.0" encoding="utf-8"?>
<ds:datastoreItem xmlns:ds="http://schemas.openxmlformats.org/officeDocument/2006/customXml" ds:itemID="{0FDB0B0C-60B3-4153-B8BF-354313383E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5DC757-8338-4BB9-BB28-498963EEAE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a8be79-126f-4ecc-b268-0e8a1c9d820a"/>
    <ds:schemaRef ds:uri="348e42aa-7502-48aa-9973-d5430de63b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DE518-529C-4DF1-8960-0E6216B00ED8}">
  <ds:schemaRefs>
    <ds:schemaRef ds:uri="348e42aa-7502-48aa-9973-d5430de63b43"/>
    <ds:schemaRef ds:uri="3ba8be79-126f-4ecc-b268-0e8a1c9d82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2728984-5573-4501-93e1-26196c1472d0}" enabled="0" method="" siteId="{42728984-5573-4501-93e1-26196c1472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15504</TotalTime>
  <Words>2227</Words>
  <Application>Microsoft Office PowerPoint</Application>
  <PresentationFormat>Custom</PresentationFormat>
  <Paragraphs>474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Black</vt:lpstr>
      <vt:lpstr>Arial</vt:lpstr>
      <vt:lpstr>Blank</vt:lpstr>
      <vt:lpstr>FEP base</vt:lpstr>
      <vt:lpstr>PowerPoint Presentation</vt:lpstr>
      <vt:lpstr>Technical overview and tender bid</vt:lpstr>
      <vt:lpstr>European vs Chinese turbine – sale at COD</vt:lpstr>
      <vt:lpstr>Revenue and returns by case</vt:lpstr>
      <vt:lpstr>Sensitivity – FEP IRR</vt:lpstr>
      <vt:lpstr>Sensitivity – FEP MOIC</vt:lpstr>
      <vt:lpstr>Sensitivity – all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FEP IC template</dc:title>
  <dc:creator>FEP</dc:creator>
  <cp:lastModifiedBy>FEP</cp:lastModifiedBy>
  <cp:revision>3</cp:revision>
  <dcterms:created xsi:type="dcterms:W3CDTF">2025-05-21T13:33:01Z</dcterms:created>
  <dcterms:modified xsi:type="dcterms:W3CDTF">2026-10-09T14:02:16Z</dcterms:modified>
  <dc:subject/>
  <cp:keywords/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0x010100CB25C80BA76C054AAAC0D3CDDFCEC309</vt:lpwstr>
  </property>
  <property fmtid="{D5CDD505-2E9C-101B-9397-08002B2CF9AE}" pid="3" name="MediaServiceImageTags">
    <vt:lpwstr/>
  </property>
</Properties>
</file>